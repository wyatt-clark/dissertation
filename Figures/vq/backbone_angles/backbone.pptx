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-140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8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9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17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1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6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5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2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36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4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A025-07AB-444B-A594-45426514334C}" type="datetimeFigureOut">
              <a:rPr lang="en-US" smtClean="0"/>
              <a:t>5/16/13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7152C-82DF-CF4F-95AC-113DAA5E0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 rot="20435912">
            <a:off x="4505526" y="2219627"/>
            <a:ext cx="3455802" cy="1992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 rot="1659326">
            <a:off x="899813" y="2039647"/>
            <a:ext cx="3119102" cy="1992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sp>
        <p:nvSpPr>
          <p:cNvPr id="106" name="Curved Right Arrow 105"/>
          <p:cNvSpPr/>
          <p:nvPr/>
        </p:nvSpPr>
        <p:spPr>
          <a:xfrm rot="11929911">
            <a:off x="4604851" y="2391650"/>
            <a:ext cx="586120" cy="1083361"/>
          </a:xfrm>
          <a:prstGeom prst="curvedRightArrow">
            <a:avLst>
              <a:gd name="adj1" fmla="val 25000"/>
              <a:gd name="adj2" fmla="val 92418"/>
              <a:gd name="adj3" fmla="val 49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8" name="Straight Connector 17"/>
          <p:cNvCxnSpPr>
            <a:stCxn id="10" idx="1"/>
            <a:endCxn id="11" idx="6"/>
          </p:cNvCxnSpPr>
          <p:nvPr/>
        </p:nvCxnSpPr>
        <p:spPr>
          <a:xfrm flipH="1" flipV="1">
            <a:off x="2208762" y="2858888"/>
            <a:ext cx="511188" cy="314334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 rot="12972797">
            <a:off x="4472064" y="1884439"/>
            <a:ext cx="314334" cy="777674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sp>
        <p:nvSpPr>
          <p:cNvPr id="83" name="Isosceles Triangle 82"/>
          <p:cNvSpPr/>
          <p:nvPr/>
        </p:nvSpPr>
        <p:spPr>
          <a:xfrm rot="20663975">
            <a:off x="3816068" y="1771871"/>
            <a:ext cx="314334" cy="777674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cxnSp>
        <p:nvCxnSpPr>
          <p:cNvPr id="29" name="Straight Connector 28"/>
          <p:cNvCxnSpPr>
            <a:stCxn id="11" idx="0"/>
            <a:endCxn id="12" idx="4"/>
          </p:cNvCxnSpPr>
          <p:nvPr/>
        </p:nvCxnSpPr>
        <p:spPr>
          <a:xfrm flipH="1" flipV="1">
            <a:off x="1580093" y="1771045"/>
            <a:ext cx="314335" cy="773508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11" idx="2"/>
          </p:cNvCxnSpPr>
          <p:nvPr/>
        </p:nvCxnSpPr>
        <p:spPr>
          <a:xfrm flipV="1">
            <a:off x="801654" y="2858888"/>
            <a:ext cx="778439" cy="98592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0" idx="7"/>
            <a:endCxn id="6" idx="2"/>
          </p:cNvCxnSpPr>
          <p:nvPr/>
        </p:nvCxnSpPr>
        <p:spPr>
          <a:xfrm flipV="1">
            <a:off x="3164487" y="2770233"/>
            <a:ext cx="716682" cy="402989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3" idx="1"/>
            <a:endCxn id="10" idx="4"/>
          </p:cNvCxnSpPr>
          <p:nvPr/>
        </p:nvCxnSpPr>
        <p:spPr>
          <a:xfrm flipH="1" flipV="1">
            <a:off x="2942219" y="3709825"/>
            <a:ext cx="238467" cy="763058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0"/>
            <a:endCxn id="10" idx="5"/>
          </p:cNvCxnSpPr>
          <p:nvPr/>
        </p:nvCxnSpPr>
        <p:spPr>
          <a:xfrm flipH="1" flipV="1">
            <a:off x="3164487" y="3617759"/>
            <a:ext cx="238468" cy="763058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72985" y="2643145"/>
            <a:ext cx="628669" cy="628669"/>
          </a:xfrm>
          <a:prstGeom prst="ellipse">
            <a:avLst/>
          </a:prstGeom>
          <a:solidFill>
            <a:schemeClr val="tx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latin typeface="Arial"/>
                <a:cs typeface="Arial"/>
              </a:rPr>
              <a:t>C</a:t>
            </a:r>
            <a:r>
              <a:rPr lang="en-US" baseline="-25000" dirty="0" smtClean="0">
                <a:latin typeface="Arial"/>
                <a:cs typeface="Arial"/>
              </a:rPr>
              <a:t>α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6" name="Oval 5"/>
          <p:cNvSpPr/>
          <p:nvPr/>
        </p:nvSpPr>
        <p:spPr>
          <a:xfrm>
            <a:off x="3881169" y="2455898"/>
            <a:ext cx="628669" cy="628669"/>
          </a:xfrm>
          <a:prstGeom prst="ellipse">
            <a:avLst/>
          </a:prstGeom>
          <a:solidFill>
            <a:schemeClr val="tx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latin typeface="Arial"/>
                <a:cs typeface="Arial"/>
              </a:rPr>
              <a:t>C</a:t>
            </a:r>
            <a:r>
              <a:rPr lang="en-US" baseline="-25000" dirty="0" smtClean="0">
                <a:latin typeface="Arial"/>
                <a:cs typeface="Arial"/>
              </a:rPr>
              <a:t>α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627884" y="3081156"/>
            <a:ext cx="628669" cy="628669"/>
          </a:xfrm>
          <a:prstGeom prst="ellipse">
            <a:avLst/>
          </a:prstGeom>
          <a:solidFill>
            <a:schemeClr val="tx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latin typeface="Arial"/>
                <a:cs typeface="Arial"/>
              </a:rPr>
              <a:t>C</a:t>
            </a:r>
            <a:endParaRPr lang="en-US" sz="2400" baseline="-25000" dirty="0">
              <a:latin typeface="Arial"/>
              <a:cs typeface="Arial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580093" y="2544553"/>
            <a:ext cx="628669" cy="628669"/>
          </a:xfrm>
          <a:prstGeom prst="ellipse">
            <a:avLst/>
          </a:prstGeom>
          <a:solidFill>
            <a:schemeClr val="tx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latin typeface="Arial"/>
                <a:cs typeface="Arial"/>
              </a:rPr>
              <a:t>N</a:t>
            </a:r>
            <a:endParaRPr lang="en-US" sz="2400" baseline="-25000" dirty="0">
              <a:latin typeface="Arial"/>
              <a:cs typeface="Arial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65758" y="1142376"/>
            <a:ext cx="628669" cy="628669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H</a:t>
            </a:r>
            <a:endParaRPr lang="en-US" sz="2400" baseline="-25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088620" y="4380817"/>
            <a:ext cx="628669" cy="628669"/>
          </a:xfrm>
          <a:prstGeom prst="ellipse">
            <a:avLst/>
          </a:prstGeom>
          <a:solidFill>
            <a:schemeClr val="accent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O</a:t>
            </a:r>
            <a:endParaRPr lang="en-US" sz="2400" baseline="-25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20" name="Straight Connector 19"/>
          <p:cNvCxnSpPr>
            <a:stCxn id="6" idx="6"/>
            <a:endCxn id="31" idx="2"/>
          </p:cNvCxnSpPr>
          <p:nvPr/>
        </p:nvCxnSpPr>
        <p:spPr>
          <a:xfrm>
            <a:off x="4509838" y="2770233"/>
            <a:ext cx="772623" cy="503878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282461" y="2959776"/>
            <a:ext cx="628669" cy="628669"/>
          </a:xfrm>
          <a:prstGeom prst="ellipse">
            <a:avLst/>
          </a:prstGeom>
          <a:solidFill>
            <a:schemeClr val="tx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latin typeface="Arial"/>
                <a:cs typeface="Arial"/>
              </a:rPr>
              <a:t>N</a:t>
            </a:r>
            <a:endParaRPr lang="en-US" sz="2400" baseline="-25000" dirty="0">
              <a:latin typeface="Arial"/>
              <a:cs typeface="Arial"/>
            </a:endParaRPr>
          </a:p>
        </p:txBody>
      </p:sp>
      <p:cxnSp>
        <p:nvCxnSpPr>
          <p:cNvPr id="58" name="Straight Connector 57"/>
          <p:cNvCxnSpPr>
            <a:stCxn id="61" idx="2"/>
            <a:endCxn id="31" idx="6"/>
          </p:cNvCxnSpPr>
          <p:nvPr/>
        </p:nvCxnSpPr>
        <p:spPr>
          <a:xfrm flipH="1">
            <a:off x="5911130" y="2994187"/>
            <a:ext cx="727985" cy="279924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62" idx="3"/>
            <a:endCxn id="61" idx="0"/>
          </p:cNvCxnSpPr>
          <p:nvPr/>
        </p:nvCxnSpPr>
        <p:spPr>
          <a:xfrm flipH="1">
            <a:off x="6953450" y="1948516"/>
            <a:ext cx="184132" cy="731336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62" idx="4"/>
            <a:endCxn id="61" idx="7"/>
          </p:cNvCxnSpPr>
          <p:nvPr/>
        </p:nvCxnSpPr>
        <p:spPr>
          <a:xfrm flipH="1">
            <a:off x="7175718" y="2040582"/>
            <a:ext cx="184133" cy="731336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6639115" y="2679852"/>
            <a:ext cx="628669" cy="628669"/>
          </a:xfrm>
          <a:prstGeom prst="ellipse">
            <a:avLst/>
          </a:prstGeom>
          <a:solidFill>
            <a:schemeClr val="tx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latin typeface="Arial"/>
                <a:cs typeface="Arial"/>
              </a:rPr>
              <a:t>C</a:t>
            </a:r>
            <a:endParaRPr lang="en-US" sz="2400" baseline="-25000" dirty="0">
              <a:latin typeface="Arial"/>
              <a:cs typeface="Arial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045516" y="1411913"/>
            <a:ext cx="628669" cy="628669"/>
          </a:xfrm>
          <a:prstGeom prst="ellipse">
            <a:avLst/>
          </a:prstGeom>
          <a:solidFill>
            <a:schemeClr val="accent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O</a:t>
            </a:r>
            <a:endParaRPr lang="en-US" sz="2400" baseline="-25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64" name="Straight Connector 63"/>
          <p:cNvCxnSpPr>
            <a:stCxn id="31" idx="4"/>
            <a:endCxn id="65" idx="0"/>
          </p:cNvCxnSpPr>
          <p:nvPr/>
        </p:nvCxnSpPr>
        <p:spPr>
          <a:xfrm flipH="1">
            <a:off x="5087295" y="3588445"/>
            <a:ext cx="509501" cy="739445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4772960" y="4327890"/>
            <a:ext cx="628669" cy="628669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H</a:t>
            </a:r>
            <a:endParaRPr lang="en-US" sz="2400" baseline="-25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3555202" y="1400143"/>
            <a:ext cx="628669" cy="628669"/>
          </a:xfrm>
          <a:prstGeom prst="ellipse">
            <a:avLst/>
          </a:prstGeom>
          <a:solidFill>
            <a:srgbClr val="FFFF0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endParaRPr lang="en-US" sz="2400" baseline="-25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4671425" y="1429594"/>
            <a:ext cx="628669" cy="628669"/>
          </a:xfrm>
          <a:prstGeom prst="ellipse">
            <a:avLst/>
          </a:prstGeom>
          <a:solidFill>
            <a:schemeClr val="bg1"/>
          </a:solidFill>
          <a:ln w="571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H</a:t>
            </a:r>
            <a:endParaRPr lang="en-US" sz="2400" baseline="-25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5" name="Isosceles Triangle 44"/>
          <p:cNvSpPr/>
          <p:nvPr/>
        </p:nvSpPr>
        <p:spPr>
          <a:xfrm rot="13500000">
            <a:off x="7647965" y="3615764"/>
            <a:ext cx="314334" cy="777674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sp>
        <p:nvSpPr>
          <p:cNvPr id="46" name="Isosceles Triangle 45"/>
          <p:cNvSpPr/>
          <p:nvPr/>
        </p:nvSpPr>
        <p:spPr>
          <a:xfrm rot="20220000">
            <a:off x="8274638" y="3693646"/>
            <a:ext cx="314334" cy="777674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cxnSp>
        <p:nvCxnSpPr>
          <p:cNvPr id="47" name="Straight Connector 46"/>
          <p:cNvCxnSpPr>
            <a:stCxn id="61" idx="6"/>
            <a:endCxn id="48" idx="1"/>
          </p:cNvCxnSpPr>
          <p:nvPr/>
        </p:nvCxnSpPr>
        <p:spPr>
          <a:xfrm>
            <a:off x="7267784" y="2994187"/>
            <a:ext cx="749901" cy="369693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925619" y="3271814"/>
            <a:ext cx="628669" cy="628669"/>
          </a:xfrm>
          <a:prstGeom prst="ellipse">
            <a:avLst/>
          </a:prstGeom>
          <a:solidFill>
            <a:schemeClr val="tx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latin typeface="Arial"/>
                <a:cs typeface="Arial"/>
              </a:rPr>
              <a:t>C</a:t>
            </a:r>
            <a:r>
              <a:rPr lang="en-US" baseline="-25000" dirty="0" smtClean="0">
                <a:latin typeface="Arial"/>
                <a:cs typeface="Arial"/>
              </a:rPr>
              <a:t>α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327416" y="4263102"/>
            <a:ext cx="628669" cy="628669"/>
          </a:xfrm>
          <a:prstGeom prst="ellipse">
            <a:avLst/>
          </a:prstGeom>
          <a:solidFill>
            <a:srgbClr val="FFFF00"/>
          </a:solidFill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endParaRPr lang="en-US" sz="2400" baseline="-25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8" name="Curved Right Arrow 67"/>
          <p:cNvSpPr/>
          <p:nvPr/>
        </p:nvSpPr>
        <p:spPr>
          <a:xfrm rot="20280000">
            <a:off x="3319900" y="2526238"/>
            <a:ext cx="586120" cy="1083361"/>
          </a:xfrm>
          <a:prstGeom prst="curvedRightArrow">
            <a:avLst>
              <a:gd name="adj1" fmla="val 25000"/>
              <a:gd name="adj2" fmla="val 92418"/>
              <a:gd name="adj3" fmla="val 49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7073801" y="4095419"/>
            <a:ext cx="628669" cy="628669"/>
          </a:xfrm>
          <a:prstGeom prst="ellipse">
            <a:avLst/>
          </a:prstGeom>
          <a:solidFill>
            <a:schemeClr val="bg1"/>
          </a:solidFill>
          <a:ln w="571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H</a:t>
            </a:r>
            <a:endParaRPr lang="en-US" sz="2400" baseline="-25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440854" y="2123902"/>
            <a:ext cx="558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 smtClean="0">
                <a:latin typeface="Arial"/>
                <a:cs typeface="Arial"/>
              </a:rPr>
              <a:t>Ψ</a:t>
            </a:r>
            <a:endParaRPr lang="en-US" sz="3600" b="1" dirty="0">
              <a:latin typeface="Arial"/>
              <a:cs typeface="Arial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64629" y="2098526"/>
            <a:ext cx="563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 smtClean="0">
                <a:latin typeface="Arial"/>
                <a:cs typeface="Arial"/>
              </a:rPr>
              <a:t>Φ</a:t>
            </a:r>
            <a:endParaRPr lang="en-US" sz="36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55041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arallelogram 36"/>
          <p:cNvSpPr/>
          <p:nvPr/>
        </p:nvSpPr>
        <p:spPr>
          <a:xfrm flipH="1">
            <a:off x="4577432" y="3306917"/>
            <a:ext cx="3107354" cy="2081802"/>
          </a:xfrm>
          <a:prstGeom prst="parallelogram">
            <a:avLst>
              <a:gd name="adj" fmla="val 46932"/>
            </a:avLst>
          </a:prstGeom>
          <a:solidFill>
            <a:srgbClr val="FAC09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rallelogram 34"/>
          <p:cNvSpPr/>
          <p:nvPr/>
        </p:nvSpPr>
        <p:spPr>
          <a:xfrm>
            <a:off x="4577432" y="1592982"/>
            <a:ext cx="2606093" cy="1707360"/>
          </a:xfrm>
          <a:prstGeom prst="parallelogram">
            <a:avLst>
              <a:gd name="adj" fmla="val 25953"/>
            </a:avLst>
          </a:prstGeom>
          <a:solidFill>
            <a:schemeClr val="accent3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amap_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31" y="179081"/>
            <a:ext cx="2927874" cy="2637380"/>
          </a:xfrm>
          <a:prstGeom prst="rect">
            <a:avLst/>
          </a:prstGeom>
        </p:spPr>
      </p:pic>
      <p:cxnSp>
        <p:nvCxnSpPr>
          <p:cNvPr id="6" name="Straight Connector 5"/>
          <p:cNvCxnSpPr>
            <a:stCxn id="7" idx="3"/>
            <a:endCxn id="10" idx="7"/>
          </p:cNvCxnSpPr>
          <p:nvPr/>
        </p:nvCxnSpPr>
        <p:spPr>
          <a:xfrm flipH="1">
            <a:off x="5138211" y="824059"/>
            <a:ext cx="1508712" cy="549388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54857" y="287456"/>
            <a:ext cx="628669" cy="628669"/>
          </a:xfrm>
          <a:prstGeom prst="ellipse">
            <a:avLst/>
          </a:prstGeom>
          <a:solidFill>
            <a:schemeClr val="tx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Arial"/>
              <a:cs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601608" y="1281381"/>
            <a:ext cx="628669" cy="628669"/>
          </a:xfrm>
          <a:prstGeom prst="ellipse">
            <a:avLst/>
          </a:prstGeom>
          <a:solidFill>
            <a:srgbClr val="800000"/>
          </a:solidFill>
          <a:ln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Arial"/>
              <a:cs typeface="Arial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93532" y="2986007"/>
            <a:ext cx="628669" cy="628669"/>
          </a:xfrm>
          <a:prstGeom prst="ellipse">
            <a:avLst/>
          </a:prstGeom>
          <a:solidFill>
            <a:schemeClr val="tx2"/>
          </a:solidFill>
          <a:ln w="57150" cmpd="sng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Arial"/>
              <a:cs typeface="Arial"/>
            </a:endParaRPr>
          </a:p>
        </p:txBody>
      </p:sp>
      <p:cxnSp>
        <p:nvCxnSpPr>
          <p:cNvPr id="13" name="Straight Connector 12"/>
          <p:cNvCxnSpPr>
            <a:stCxn id="10" idx="4"/>
            <a:endCxn id="12" idx="0"/>
          </p:cNvCxnSpPr>
          <p:nvPr/>
        </p:nvCxnSpPr>
        <p:spPr>
          <a:xfrm flipH="1">
            <a:off x="4607867" y="1910050"/>
            <a:ext cx="308076" cy="1075957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392806" y="2849022"/>
            <a:ext cx="454350" cy="0"/>
          </a:xfrm>
          <a:prstGeom prst="line">
            <a:avLst/>
          </a:prstGeom>
          <a:ln w="381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6294435" y="2849022"/>
            <a:ext cx="98371" cy="447542"/>
          </a:xfrm>
          <a:prstGeom prst="line">
            <a:avLst/>
          </a:prstGeom>
          <a:ln w="381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6504141" y="3762761"/>
            <a:ext cx="454350" cy="0"/>
          </a:xfrm>
          <a:prstGeom prst="line">
            <a:avLst/>
          </a:prstGeom>
          <a:ln w="381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6294435" y="3306917"/>
            <a:ext cx="209706" cy="447542"/>
          </a:xfrm>
          <a:prstGeom prst="line">
            <a:avLst/>
          </a:prstGeom>
          <a:ln w="381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183526" y="5014277"/>
            <a:ext cx="628669" cy="628669"/>
          </a:xfrm>
          <a:prstGeom prst="ellipse">
            <a:avLst/>
          </a:prstGeom>
          <a:solidFill>
            <a:schemeClr val="tx2"/>
          </a:solidFill>
          <a:ln w="57150" cmpd="sng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Arial"/>
              <a:cs typeface="Arial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54857" y="2986007"/>
            <a:ext cx="628669" cy="628669"/>
          </a:xfrm>
          <a:prstGeom prst="ellipse">
            <a:avLst/>
          </a:prstGeom>
          <a:solidFill>
            <a:srgbClr val="800000"/>
          </a:solidFill>
          <a:ln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Arial"/>
              <a:cs typeface="Arial"/>
            </a:endParaRPr>
          </a:p>
        </p:txBody>
      </p:sp>
      <p:cxnSp>
        <p:nvCxnSpPr>
          <p:cNvPr id="19" name="Straight Connector 18"/>
          <p:cNvCxnSpPr>
            <a:stCxn id="12" idx="6"/>
            <a:endCxn id="18" idx="2"/>
          </p:cNvCxnSpPr>
          <p:nvPr/>
        </p:nvCxnSpPr>
        <p:spPr>
          <a:xfrm>
            <a:off x="4922201" y="3300342"/>
            <a:ext cx="1632656" cy="0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4"/>
            <a:endCxn id="27" idx="0"/>
          </p:cNvCxnSpPr>
          <p:nvPr/>
        </p:nvCxnSpPr>
        <p:spPr>
          <a:xfrm>
            <a:off x="6869192" y="3614676"/>
            <a:ext cx="628669" cy="1399601"/>
          </a:xfrm>
          <a:prstGeom prst="line">
            <a:avLst/>
          </a:prstGeom>
          <a:ln w="762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637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5169</TotalTime>
  <Words>17</Words>
  <Application>Microsoft Macintosh PowerPoint</Application>
  <PresentationFormat>On-screen Show (4:3)</PresentationFormat>
  <Paragraphs>17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Wyatt Clark</dc:creator>
  <cp:lastModifiedBy>Wyatt Clark</cp:lastModifiedBy>
  <cp:revision>17</cp:revision>
  <dcterms:created xsi:type="dcterms:W3CDTF">2013-04-04T20:20:43Z</dcterms:created>
  <dcterms:modified xsi:type="dcterms:W3CDTF">2013-05-16T17:02:47Z</dcterms:modified>
</cp:coreProperties>
</file>