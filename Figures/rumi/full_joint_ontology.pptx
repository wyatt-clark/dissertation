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4008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6B6B"/>
    <a:srgbClr val="BBBBBB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-2048" y="-96"/>
      </p:cViewPr>
      <p:guideLst>
        <p:guide orient="horz" pos="2160"/>
        <p:guide pos="20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2130427"/>
            <a:ext cx="544068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0120" y="3886200"/>
            <a:ext cx="448056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E5E1-F473-AE4B-B3FF-D8F3150B98B2}" type="datetimeFigureOut">
              <a:rPr lang="en-US" smtClean="0"/>
              <a:t>6/8/13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7CC-B992-4D4B-AE88-A11E84BE9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73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E5E1-F473-AE4B-B3FF-D8F3150B98B2}" type="datetimeFigureOut">
              <a:rPr lang="en-US" smtClean="0"/>
              <a:t>6/8/13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7CC-B992-4D4B-AE88-A11E84BE9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72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619" y="4406902"/>
            <a:ext cx="544068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619" y="2906713"/>
            <a:ext cx="544068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E5E1-F473-AE4B-B3FF-D8F3150B98B2}" type="datetimeFigureOut">
              <a:rPr lang="en-US" smtClean="0"/>
              <a:t>6/8/13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7CC-B992-4D4B-AE88-A11E84BE9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61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0040" y="1600202"/>
            <a:ext cx="282702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53740" y="1600202"/>
            <a:ext cx="282702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E5E1-F473-AE4B-B3FF-D8F3150B98B2}" type="datetimeFigureOut">
              <a:rPr lang="en-US" smtClean="0"/>
              <a:t>6/8/13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7CC-B992-4D4B-AE88-A11E84BE9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62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535113"/>
            <a:ext cx="28281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0040" y="2174875"/>
            <a:ext cx="28281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51517" y="1535113"/>
            <a:ext cx="282924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51517" y="2174875"/>
            <a:ext cx="282924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E5E1-F473-AE4B-B3FF-D8F3150B98B2}" type="datetimeFigureOut">
              <a:rPr lang="en-US" smtClean="0"/>
              <a:t>6/8/13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7CC-B992-4D4B-AE88-A11E84BE9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605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E5E1-F473-AE4B-B3FF-D8F3150B98B2}" type="datetimeFigureOut">
              <a:rPr lang="en-US" smtClean="0"/>
              <a:t>6/8/13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7CC-B992-4D4B-AE88-A11E84BE9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8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E5E1-F473-AE4B-B3FF-D8F3150B98B2}" type="datetimeFigureOut">
              <a:rPr lang="en-US" smtClean="0"/>
              <a:t>6/8/13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7CC-B992-4D4B-AE88-A11E84BE9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23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1" y="273050"/>
            <a:ext cx="210581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2535" y="273052"/>
            <a:ext cx="357822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0041" y="1435102"/>
            <a:ext cx="210581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E5E1-F473-AE4B-B3FF-D8F3150B98B2}" type="datetimeFigureOut">
              <a:rPr lang="en-US" smtClean="0"/>
              <a:t>6/8/13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7CC-B992-4D4B-AE88-A11E84BE9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98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4601" y="4800600"/>
            <a:ext cx="384048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54601" y="612775"/>
            <a:ext cx="384048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4601" y="5367338"/>
            <a:ext cx="384048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E5E1-F473-AE4B-B3FF-D8F3150B98B2}" type="datetimeFigureOut">
              <a:rPr lang="en-US" smtClean="0"/>
              <a:t>6/8/13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7CC-B992-4D4B-AE88-A11E84BE9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16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E5E1-F473-AE4B-B3FF-D8F3150B98B2}" type="datetimeFigureOut">
              <a:rPr lang="en-US" smtClean="0"/>
              <a:t>6/8/13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7CC-B992-4D4B-AE88-A11E84BE9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9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40580" y="274640"/>
            <a:ext cx="144018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0040" y="274640"/>
            <a:ext cx="421386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E5E1-F473-AE4B-B3FF-D8F3150B98B2}" type="datetimeFigureOut">
              <a:rPr lang="en-US" smtClean="0"/>
              <a:t>6/8/13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B7CC-B992-4D4B-AE88-A11E84BE9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43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0040" y="274638"/>
            <a:ext cx="5760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600202"/>
            <a:ext cx="576072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0040" y="6356352"/>
            <a:ext cx="149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1E5E1-F473-AE4B-B3FF-D8F3150B98B2}" type="datetimeFigureOut">
              <a:rPr lang="en-US" smtClean="0"/>
              <a:t>6/8/13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86940" y="6356352"/>
            <a:ext cx="2026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87240" y="6356352"/>
            <a:ext cx="149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BB7CC-B992-4D4B-AE88-A11E84BE9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73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Straight Arrow Connector 64"/>
          <p:cNvCxnSpPr>
            <a:stCxn id="74" idx="3"/>
            <a:endCxn id="75" idx="7"/>
          </p:cNvCxnSpPr>
          <p:nvPr/>
        </p:nvCxnSpPr>
        <p:spPr>
          <a:xfrm flipH="1">
            <a:off x="2283914" y="1492734"/>
            <a:ext cx="473713" cy="757620"/>
          </a:xfrm>
          <a:prstGeom prst="straightConnector1">
            <a:avLst/>
          </a:prstGeom>
          <a:ln w="38100" cap="rnd" cmpd="sng">
            <a:solidFill>
              <a:schemeClr val="tx1">
                <a:lumMod val="85000"/>
                <a:lumOff val="15000"/>
              </a:schemeClr>
            </a:solidFill>
            <a:headEnd type="none"/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74" idx="5"/>
            <a:endCxn id="76" idx="1"/>
          </p:cNvCxnSpPr>
          <p:nvPr/>
        </p:nvCxnSpPr>
        <p:spPr>
          <a:xfrm>
            <a:off x="3104405" y="1492734"/>
            <a:ext cx="473714" cy="757620"/>
          </a:xfrm>
          <a:prstGeom prst="straightConnector1">
            <a:avLst/>
          </a:prstGeom>
          <a:ln w="38100" cap="rnd" cmpd="sng">
            <a:solidFill>
              <a:schemeClr val="tx1">
                <a:lumMod val="85000"/>
                <a:lumOff val="15000"/>
              </a:schemeClr>
            </a:solidFill>
            <a:headEnd type="none"/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75" idx="3"/>
            <a:endCxn id="79" idx="7"/>
          </p:cNvCxnSpPr>
          <p:nvPr/>
        </p:nvCxnSpPr>
        <p:spPr>
          <a:xfrm flipH="1">
            <a:off x="1463422" y="2597132"/>
            <a:ext cx="473714" cy="757620"/>
          </a:xfrm>
          <a:prstGeom prst="straightConnector1">
            <a:avLst/>
          </a:prstGeom>
          <a:ln w="38100" cap="rnd" cmpd="sng">
            <a:solidFill>
              <a:schemeClr val="tx1">
                <a:lumMod val="85000"/>
                <a:lumOff val="15000"/>
              </a:schemeClr>
            </a:solidFill>
            <a:headEnd type="none"/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76" idx="3"/>
            <a:endCxn id="77" idx="7"/>
          </p:cNvCxnSpPr>
          <p:nvPr/>
        </p:nvCxnSpPr>
        <p:spPr>
          <a:xfrm flipH="1">
            <a:off x="3104405" y="2597132"/>
            <a:ext cx="473714" cy="757620"/>
          </a:xfrm>
          <a:prstGeom prst="straightConnector1">
            <a:avLst/>
          </a:prstGeom>
          <a:ln w="38100" cap="rnd" cmpd="sng">
            <a:solidFill>
              <a:schemeClr val="tx1">
                <a:lumMod val="85000"/>
                <a:lumOff val="15000"/>
              </a:schemeClr>
            </a:solidFill>
            <a:headEnd type="none"/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76" idx="5"/>
            <a:endCxn id="78" idx="1"/>
          </p:cNvCxnSpPr>
          <p:nvPr/>
        </p:nvCxnSpPr>
        <p:spPr>
          <a:xfrm>
            <a:off x="3924897" y="2597132"/>
            <a:ext cx="473713" cy="757620"/>
          </a:xfrm>
          <a:prstGeom prst="straightConnector1">
            <a:avLst/>
          </a:prstGeom>
          <a:ln w="38100" cap="rnd" cmpd="sng">
            <a:solidFill>
              <a:schemeClr val="tx1">
                <a:lumMod val="85000"/>
                <a:lumOff val="15000"/>
              </a:schemeClr>
            </a:solidFill>
            <a:headEnd type="none"/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77" idx="3"/>
            <a:endCxn id="82" idx="7"/>
          </p:cNvCxnSpPr>
          <p:nvPr/>
        </p:nvCxnSpPr>
        <p:spPr>
          <a:xfrm flipH="1">
            <a:off x="2283914" y="3701530"/>
            <a:ext cx="473713" cy="757620"/>
          </a:xfrm>
          <a:prstGeom prst="straightConnector1">
            <a:avLst/>
          </a:prstGeom>
          <a:ln w="38100" cap="rnd" cmpd="sng">
            <a:solidFill>
              <a:schemeClr val="tx1">
                <a:lumMod val="85000"/>
                <a:lumOff val="15000"/>
              </a:schemeClr>
            </a:solidFill>
            <a:headEnd type="none"/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78" idx="3"/>
            <a:endCxn id="80" idx="7"/>
          </p:cNvCxnSpPr>
          <p:nvPr/>
        </p:nvCxnSpPr>
        <p:spPr>
          <a:xfrm flipH="1">
            <a:off x="3924897" y="3701530"/>
            <a:ext cx="473713" cy="757620"/>
          </a:xfrm>
          <a:prstGeom prst="straightConnector1">
            <a:avLst/>
          </a:prstGeom>
          <a:ln w="38100" cap="rnd" cmpd="sng">
            <a:solidFill>
              <a:schemeClr val="tx1">
                <a:lumMod val="85000"/>
                <a:lumOff val="15000"/>
              </a:schemeClr>
            </a:solidFill>
            <a:headEnd type="none"/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78" idx="5"/>
            <a:endCxn id="81" idx="1"/>
          </p:cNvCxnSpPr>
          <p:nvPr/>
        </p:nvCxnSpPr>
        <p:spPr>
          <a:xfrm>
            <a:off x="4745388" y="3701530"/>
            <a:ext cx="473714" cy="757620"/>
          </a:xfrm>
          <a:prstGeom prst="straightConnector1">
            <a:avLst/>
          </a:prstGeom>
          <a:ln w="38100" cap="rnd" cmpd="sng">
            <a:solidFill>
              <a:schemeClr val="tx1">
                <a:lumMod val="85000"/>
                <a:lumOff val="15000"/>
              </a:schemeClr>
            </a:solidFill>
            <a:headEnd type="none"/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79" idx="5"/>
            <a:endCxn id="82" idx="1"/>
          </p:cNvCxnSpPr>
          <p:nvPr/>
        </p:nvCxnSpPr>
        <p:spPr>
          <a:xfrm>
            <a:off x="1463422" y="3701530"/>
            <a:ext cx="473714" cy="757620"/>
          </a:xfrm>
          <a:prstGeom prst="straightConnector1">
            <a:avLst/>
          </a:prstGeom>
          <a:ln w="38100" cap="rnd" cmpd="sng">
            <a:solidFill>
              <a:schemeClr val="tx1">
                <a:lumMod val="85000"/>
                <a:lumOff val="15000"/>
              </a:schemeClr>
            </a:solidFill>
            <a:headEnd type="none"/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2685807" y="1074136"/>
            <a:ext cx="490418" cy="490418"/>
          </a:xfrm>
          <a:prstGeom prst="ellipse">
            <a:avLst/>
          </a:prstGeom>
          <a:solidFill>
            <a:srgbClr val="99CCFF"/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rgbClr val="000000"/>
                </a:solidFill>
                <a:latin typeface="Cambria Math"/>
                <a:cs typeface="Cambria Math"/>
              </a:rPr>
              <a:t>a</a:t>
            </a:r>
            <a:endParaRPr lang="en-US" i="1" dirty="0">
              <a:solidFill>
                <a:srgbClr val="000000"/>
              </a:solidFill>
              <a:latin typeface="Cambria Math"/>
              <a:cs typeface="Cambria Math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1865316" y="2178534"/>
            <a:ext cx="490418" cy="490418"/>
          </a:xfrm>
          <a:prstGeom prst="ellipse">
            <a:avLst/>
          </a:prstGeom>
          <a:solidFill>
            <a:srgbClr val="BFBFBF"/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rgbClr val="000000"/>
                </a:solidFill>
                <a:latin typeface="Cambria Math"/>
                <a:cs typeface="Cambria Math"/>
              </a:rPr>
              <a:t>b</a:t>
            </a:r>
            <a:endParaRPr lang="en-US" i="1" dirty="0">
              <a:solidFill>
                <a:srgbClr val="000000"/>
              </a:solidFill>
              <a:latin typeface="Cambria Math"/>
              <a:cs typeface="Cambria Math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3506299" y="2178534"/>
            <a:ext cx="490418" cy="490418"/>
          </a:xfrm>
          <a:prstGeom prst="ellipse">
            <a:avLst/>
          </a:prstGeom>
          <a:solidFill>
            <a:srgbClr val="99CCFF"/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rgbClr val="000000"/>
                </a:solidFill>
                <a:latin typeface="Cambria Math"/>
                <a:cs typeface="Cambria Math"/>
              </a:rPr>
              <a:t>c</a:t>
            </a:r>
            <a:endParaRPr lang="en-US" i="1" dirty="0">
              <a:solidFill>
                <a:srgbClr val="000000"/>
              </a:solidFill>
              <a:latin typeface="Cambria Math"/>
              <a:cs typeface="Cambria Math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2685807" y="3282932"/>
            <a:ext cx="490418" cy="490418"/>
          </a:xfrm>
          <a:prstGeom prst="ellipse">
            <a:avLst/>
          </a:prstGeom>
          <a:solidFill>
            <a:srgbClr val="99CCFF"/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rgbClr val="000000"/>
                </a:solidFill>
                <a:latin typeface="Cambria Math"/>
                <a:cs typeface="Cambria Math"/>
              </a:rPr>
              <a:t>e</a:t>
            </a:r>
            <a:endParaRPr lang="en-US" i="1" dirty="0">
              <a:solidFill>
                <a:srgbClr val="000000"/>
              </a:solidFill>
              <a:latin typeface="Cambria Math"/>
              <a:cs typeface="Cambria Math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4326790" y="3282932"/>
            <a:ext cx="490418" cy="490418"/>
          </a:xfrm>
          <a:prstGeom prst="ellipse">
            <a:avLst/>
          </a:prstGeom>
          <a:solidFill>
            <a:schemeClr val="bg1">
              <a:lumMod val="75000"/>
            </a:schemeClr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rgbClr val="000000"/>
                </a:solidFill>
                <a:latin typeface="Cambria Math"/>
                <a:cs typeface="Cambria Math"/>
              </a:rPr>
              <a:t>f</a:t>
            </a:r>
            <a:endParaRPr lang="en-US" i="1" dirty="0">
              <a:solidFill>
                <a:srgbClr val="000000"/>
              </a:solidFill>
              <a:latin typeface="Cambria Math"/>
              <a:cs typeface="Cambria Math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1044824" y="3282932"/>
            <a:ext cx="490418" cy="49041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rgbClr val="000000"/>
                </a:solidFill>
                <a:latin typeface="Cambria Math"/>
                <a:cs typeface="Cambria Math"/>
              </a:rPr>
              <a:t>d</a:t>
            </a:r>
            <a:endParaRPr lang="en-US" i="1" dirty="0">
              <a:solidFill>
                <a:srgbClr val="000000"/>
              </a:solidFill>
              <a:latin typeface="Cambria Math"/>
              <a:cs typeface="Cambria Math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3506299" y="4387330"/>
            <a:ext cx="490418" cy="490418"/>
          </a:xfrm>
          <a:prstGeom prst="ellipse">
            <a:avLst/>
          </a:prstGeom>
          <a:noFill/>
          <a:ln w="158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rgbClr val="000000"/>
                </a:solidFill>
                <a:latin typeface="Cambria Math"/>
                <a:cs typeface="Cambria Math"/>
              </a:rPr>
              <a:t>h</a:t>
            </a:r>
            <a:endParaRPr lang="en-US" i="1" dirty="0">
              <a:solidFill>
                <a:srgbClr val="000000"/>
              </a:solidFill>
              <a:latin typeface="Cambria Math"/>
              <a:cs typeface="Cambria Math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5147282" y="4387330"/>
            <a:ext cx="490418" cy="49041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smtClean="0">
                <a:solidFill>
                  <a:srgbClr val="000000"/>
                </a:solidFill>
                <a:latin typeface="Cambria Math"/>
                <a:cs typeface="Cambria Math"/>
              </a:rPr>
              <a:t>i</a:t>
            </a:r>
            <a:endParaRPr lang="en-US" i="1" dirty="0">
              <a:solidFill>
                <a:srgbClr val="000000"/>
              </a:solidFill>
              <a:latin typeface="Cambria Math"/>
              <a:cs typeface="Cambria Math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1865316" y="4387330"/>
            <a:ext cx="490418" cy="49041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000000"/>
                </a:solidFill>
                <a:latin typeface="Cambria Math"/>
                <a:cs typeface="Cambria Math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0317289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9</Words>
  <Application>Microsoft Macintosh PowerPoint</Application>
  <PresentationFormat>Custom</PresentationFormat>
  <Paragraphs>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Wyatt Clark</dc:creator>
  <cp:lastModifiedBy>Wyatt Clark</cp:lastModifiedBy>
  <cp:revision>15</cp:revision>
  <dcterms:created xsi:type="dcterms:W3CDTF">2013-05-23T18:14:02Z</dcterms:created>
  <dcterms:modified xsi:type="dcterms:W3CDTF">2013-06-08T23:49:43Z</dcterms:modified>
</cp:coreProperties>
</file>