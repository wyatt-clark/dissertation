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1887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706" autoAdjust="0"/>
  </p:normalViewPr>
  <p:slideViewPr>
    <p:cSldViewPr snapToGrid="0" snapToObjects="1">
      <p:cViewPr>
        <p:scale>
          <a:sx n="76" d="100"/>
          <a:sy n="76" d="100"/>
        </p:scale>
        <p:origin x="-704" y="-192"/>
      </p:cViewPr>
      <p:guideLst>
        <p:guide orient="horz" pos="2160"/>
        <p:guide pos="374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2130430"/>
            <a:ext cx="1010412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3886200"/>
            <a:ext cx="83210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7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9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4406905"/>
            <a:ext cx="1010412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2906713"/>
            <a:ext cx="1010412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3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1600205"/>
            <a:ext cx="525018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1600205"/>
            <a:ext cx="525018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35113"/>
            <a:ext cx="525224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" y="2174875"/>
            <a:ext cx="525224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8536" y="1535113"/>
            <a:ext cx="52543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38536" y="2174875"/>
            <a:ext cx="52543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6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56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2" y="273050"/>
            <a:ext cx="391080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7565" y="273055"/>
            <a:ext cx="664527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2" y="1435103"/>
            <a:ext cx="391080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5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975" y="4800600"/>
            <a:ext cx="713232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29975" y="612775"/>
            <a:ext cx="713232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29975" y="5367338"/>
            <a:ext cx="713232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69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8220" y="274643"/>
            <a:ext cx="267462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74643"/>
            <a:ext cx="782574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5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274638"/>
            <a:ext cx="1069848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600205"/>
            <a:ext cx="106984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360" y="6356355"/>
            <a:ext cx="2773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A24A8-35A5-A544-97A0-24E3FF4F2BED}" type="datetimeFigureOut">
              <a:rPr lang="en-US" smtClean="0"/>
              <a:t>5/23/13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1460" y="6356355"/>
            <a:ext cx="3764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9160" y="6356355"/>
            <a:ext cx="2773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C6047-D64A-264D-A220-8AF2AE74B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2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val 288"/>
          <p:cNvSpPr/>
          <p:nvPr/>
        </p:nvSpPr>
        <p:spPr>
          <a:xfrm>
            <a:off x="449795" y="2474955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grpSp>
        <p:nvGrpSpPr>
          <p:cNvPr id="291" name="Group 290"/>
          <p:cNvGrpSpPr/>
          <p:nvPr/>
        </p:nvGrpSpPr>
        <p:grpSpPr>
          <a:xfrm>
            <a:off x="710296" y="3045703"/>
            <a:ext cx="2067729" cy="268997"/>
            <a:chOff x="895472" y="3085651"/>
            <a:chExt cx="2067729" cy="268997"/>
          </a:xfrm>
        </p:grpSpPr>
        <p:sp>
          <p:nvSpPr>
            <p:cNvPr id="295" name="Rectangle 294"/>
            <p:cNvSpPr/>
            <p:nvPr/>
          </p:nvSpPr>
          <p:spPr>
            <a:xfrm>
              <a:off x="895472" y="3094166"/>
              <a:ext cx="2067729" cy="26048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1835245" y="3085651"/>
              <a:ext cx="173227" cy="26048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710296" y="3467100"/>
            <a:ext cx="2067729" cy="260482"/>
            <a:chOff x="895472" y="3507048"/>
            <a:chExt cx="2067729" cy="260482"/>
          </a:xfrm>
        </p:grpSpPr>
        <p:sp>
          <p:nvSpPr>
            <p:cNvPr id="293" name="Rectangle 292"/>
            <p:cNvSpPr/>
            <p:nvPr/>
          </p:nvSpPr>
          <p:spPr>
            <a:xfrm>
              <a:off x="895472" y="3507048"/>
              <a:ext cx="2067729" cy="26048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1835245" y="3507048"/>
              <a:ext cx="173227" cy="26048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</p:grpSp>
      <p:sp>
        <p:nvSpPr>
          <p:cNvPr id="287" name="TextBox 286"/>
          <p:cNvSpPr txBox="1"/>
          <p:nvPr/>
        </p:nvSpPr>
        <p:spPr>
          <a:xfrm>
            <a:off x="1535051" y="2500478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1535051" y="3611462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78" name="Oval 277"/>
          <p:cNvSpPr/>
          <p:nvPr/>
        </p:nvSpPr>
        <p:spPr>
          <a:xfrm>
            <a:off x="8848674" y="2474955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grpSp>
        <p:nvGrpSpPr>
          <p:cNvPr id="280" name="Group 279"/>
          <p:cNvGrpSpPr/>
          <p:nvPr/>
        </p:nvGrpSpPr>
        <p:grpSpPr>
          <a:xfrm>
            <a:off x="9109175" y="3045703"/>
            <a:ext cx="2067729" cy="268997"/>
            <a:chOff x="895472" y="3085651"/>
            <a:chExt cx="2067729" cy="268997"/>
          </a:xfrm>
        </p:grpSpPr>
        <p:sp>
          <p:nvSpPr>
            <p:cNvPr id="284" name="Rectangle 283"/>
            <p:cNvSpPr/>
            <p:nvPr/>
          </p:nvSpPr>
          <p:spPr>
            <a:xfrm>
              <a:off x="895472" y="3094166"/>
              <a:ext cx="2067729" cy="26048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1835245" y="3085651"/>
              <a:ext cx="173227" cy="260482"/>
            </a:xfrm>
            <a:prstGeom prst="rect">
              <a:avLst/>
            </a:prstGeom>
            <a:solidFill>
              <a:srgbClr val="632523"/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9109175" y="3467100"/>
            <a:ext cx="2067729" cy="260482"/>
            <a:chOff x="895472" y="3507048"/>
            <a:chExt cx="2067729" cy="260482"/>
          </a:xfrm>
        </p:grpSpPr>
        <p:sp>
          <p:nvSpPr>
            <p:cNvPr id="282" name="Rectangle 281"/>
            <p:cNvSpPr/>
            <p:nvPr/>
          </p:nvSpPr>
          <p:spPr>
            <a:xfrm>
              <a:off x="895472" y="3507048"/>
              <a:ext cx="2067729" cy="26048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1835245" y="3507048"/>
              <a:ext cx="173227" cy="26048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 cmpd="sng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>
                <a:latin typeface="Arial"/>
                <a:cs typeface="Arial"/>
              </a:endParaRPr>
            </a:p>
          </p:txBody>
        </p:sp>
      </p:grpSp>
      <p:sp>
        <p:nvSpPr>
          <p:cNvPr id="276" name="TextBox 275"/>
          <p:cNvSpPr txBox="1"/>
          <p:nvPr/>
        </p:nvSpPr>
        <p:spPr>
          <a:xfrm>
            <a:off x="9917220" y="2500478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9933930" y="3611462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65" name="Oval 264"/>
          <p:cNvSpPr/>
          <p:nvPr/>
        </p:nvSpPr>
        <p:spPr>
          <a:xfrm>
            <a:off x="3096196" y="665276"/>
            <a:ext cx="2588731" cy="18318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grpSp>
        <p:nvGrpSpPr>
          <p:cNvPr id="266" name="Group 265"/>
          <p:cNvGrpSpPr/>
          <p:nvPr/>
        </p:nvGrpSpPr>
        <p:grpSpPr>
          <a:xfrm>
            <a:off x="3356697" y="1236024"/>
            <a:ext cx="2067729" cy="681879"/>
            <a:chOff x="895472" y="3085651"/>
            <a:chExt cx="2067729" cy="681879"/>
          </a:xfrm>
        </p:grpSpPr>
        <p:grpSp>
          <p:nvGrpSpPr>
            <p:cNvPr id="267" name="Group 266"/>
            <p:cNvGrpSpPr/>
            <p:nvPr/>
          </p:nvGrpSpPr>
          <p:grpSpPr>
            <a:xfrm>
              <a:off x="895472" y="3085651"/>
              <a:ext cx="2067729" cy="268997"/>
              <a:chOff x="895472" y="3085651"/>
              <a:chExt cx="2067729" cy="268997"/>
            </a:xfrm>
          </p:grpSpPr>
          <p:sp>
            <p:nvSpPr>
              <p:cNvPr id="271" name="Rectangle 270"/>
              <p:cNvSpPr/>
              <p:nvPr/>
            </p:nvSpPr>
            <p:spPr>
              <a:xfrm>
                <a:off x="895472" y="3094166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72" name="Rectangle 271"/>
              <p:cNvSpPr/>
              <p:nvPr/>
            </p:nvSpPr>
            <p:spPr>
              <a:xfrm>
                <a:off x="1835245" y="3085651"/>
                <a:ext cx="173227" cy="260482"/>
              </a:xfrm>
              <a:prstGeom prst="rect">
                <a:avLst/>
              </a:prstGeom>
              <a:solidFill>
                <a:srgbClr val="632523"/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895472" y="3507048"/>
              <a:ext cx="2067729" cy="260482"/>
              <a:chOff x="895472" y="3507048"/>
              <a:chExt cx="2067729" cy="260482"/>
            </a:xfrm>
          </p:grpSpPr>
          <p:sp>
            <p:nvSpPr>
              <p:cNvPr id="269" name="Rectangle 268"/>
              <p:cNvSpPr/>
              <p:nvPr/>
            </p:nvSpPr>
            <p:spPr>
              <a:xfrm>
                <a:off x="895472" y="3507048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70" name="Rectangle 269"/>
              <p:cNvSpPr/>
              <p:nvPr/>
            </p:nvSpPr>
            <p:spPr>
              <a:xfrm>
                <a:off x="1835245" y="3507048"/>
                <a:ext cx="173227" cy="26048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</p:grpSp>
      <p:sp>
        <p:nvSpPr>
          <p:cNvPr id="263" name="TextBox 262"/>
          <p:cNvSpPr txBox="1"/>
          <p:nvPr/>
        </p:nvSpPr>
        <p:spPr>
          <a:xfrm>
            <a:off x="4148032" y="690799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4181452" y="1801783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54" name="Oval 253"/>
          <p:cNvSpPr/>
          <p:nvPr/>
        </p:nvSpPr>
        <p:spPr>
          <a:xfrm>
            <a:off x="6202274" y="556193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grpSp>
        <p:nvGrpSpPr>
          <p:cNvPr id="255" name="Group 254"/>
          <p:cNvGrpSpPr/>
          <p:nvPr/>
        </p:nvGrpSpPr>
        <p:grpSpPr>
          <a:xfrm>
            <a:off x="6462775" y="1126941"/>
            <a:ext cx="2067729" cy="681879"/>
            <a:chOff x="895472" y="3085651"/>
            <a:chExt cx="2067729" cy="681879"/>
          </a:xfrm>
        </p:grpSpPr>
        <p:grpSp>
          <p:nvGrpSpPr>
            <p:cNvPr id="256" name="Group 255"/>
            <p:cNvGrpSpPr/>
            <p:nvPr/>
          </p:nvGrpSpPr>
          <p:grpSpPr>
            <a:xfrm>
              <a:off x="895472" y="3085651"/>
              <a:ext cx="2067729" cy="268997"/>
              <a:chOff x="895472" y="3085651"/>
              <a:chExt cx="2067729" cy="268997"/>
            </a:xfrm>
          </p:grpSpPr>
          <p:sp>
            <p:nvSpPr>
              <p:cNvPr id="260" name="Rectangle 259"/>
              <p:cNvSpPr/>
              <p:nvPr/>
            </p:nvSpPr>
            <p:spPr>
              <a:xfrm>
                <a:off x="895472" y="3094166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61" name="Rectangle 260"/>
              <p:cNvSpPr/>
              <p:nvPr/>
            </p:nvSpPr>
            <p:spPr>
              <a:xfrm>
                <a:off x="1835245" y="3085651"/>
                <a:ext cx="173227" cy="260482"/>
              </a:xfrm>
              <a:prstGeom prst="rect">
                <a:avLst/>
              </a:prstGeom>
              <a:solidFill>
                <a:srgbClr val="632523"/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  <p:grpSp>
          <p:nvGrpSpPr>
            <p:cNvPr id="257" name="Group 256"/>
            <p:cNvGrpSpPr/>
            <p:nvPr/>
          </p:nvGrpSpPr>
          <p:grpSpPr>
            <a:xfrm>
              <a:off x="895472" y="3507048"/>
              <a:ext cx="2067729" cy="260482"/>
              <a:chOff x="895472" y="3507048"/>
              <a:chExt cx="2067729" cy="260482"/>
            </a:xfrm>
          </p:grpSpPr>
          <p:sp>
            <p:nvSpPr>
              <p:cNvPr id="258" name="Rectangle 257"/>
              <p:cNvSpPr/>
              <p:nvPr/>
            </p:nvSpPr>
            <p:spPr>
              <a:xfrm>
                <a:off x="895472" y="3507048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59" name="Rectangle 258"/>
              <p:cNvSpPr/>
              <p:nvPr/>
            </p:nvSpPr>
            <p:spPr>
              <a:xfrm>
                <a:off x="1835245" y="3507048"/>
                <a:ext cx="173227" cy="260482"/>
              </a:xfrm>
              <a:prstGeom prst="rect">
                <a:avLst/>
              </a:prstGeom>
              <a:solidFill>
                <a:srgbClr val="632523"/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</p:grpSp>
      <p:sp>
        <p:nvSpPr>
          <p:cNvPr id="252" name="TextBox 251"/>
          <p:cNvSpPr txBox="1"/>
          <p:nvPr/>
        </p:nvSpPr>
        <p:spPr>
          <a:xfrm>
            <a:off x="7254110" y="581716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7270820" y="1709412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41" name="Oval 240"/>
          <p:cNvSpPr/>
          <p:nvPr/>
        </p:nvSpPr>
        <p:spPr>
          <a:xfrm>
            <a:off x="3096196" y="4393718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grpSp>
        <p:nvGrpSpPr>
          <p:cNvPr id="242" name="Group 241"/>
          <p:cNvGrpSpPr/>
          <p:nvPr/>
        </p:nvGrpSpPr>
        <p:grpSpPr>
          <a:xfrm>
            <a:off x="3356697" y="4964466"/>
            <a:ext cx="2067729" cy="681879"/>
            <a:chOff x="895472" y="3085651"/>
            <a:chExt cx="2067729" cy="681879"/>
          </a:xfrm>
        </p:grpSpPr>
        <p:grpSp>
          <p:nvGrpSpPr>
            <p:cNvPr id="243" name="Group 242"/>
            <p:cNvGrpSpPr/>
            <p:nvPr/>
          </p:nvGrpSpPr>
          <p:grpSpPr>
            <a:xfrm>
              <a:off x="895472" y="3085651"/>
              <a:ext cx="2067729" cy="268997"/>
              <a:chOff x="895472" y="3085651"/>
              <a:chExt cx="2067729" cy="268997"/>
            </a:xfrm>
          </p:grpSpPr>
          <p:sp>
            <p:nvSpPr>
              <p:cNvPr id="247" name="Rectangle 246"/>
              <p:cNvSpPr/>
              <p:nvPr/>
            </p:nvSpPr>
            <p:spPr>
              <a:xfrm>
                <a:off x="895472" y="3094166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48" name="Rectangle 247"/>
              <p:cNvSpPr/>
              <p:nvPr/>
            </p:nvSpPr>
            <p:spPr>
              <a:xfrm>
                <a:off x="1835245" y="3085651"/>
                <a:ext cx="173227" cy="26048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  <p:grpSp>
          <p:nvGrpSpPr>
            <p:cNvPr id="244" name="Group 243"/>
            <p:cNvGrpSpPr/>
            <p:nvPr/>
          </p:nvGrpSpPr>
          <p:grpSpPr>
            <a:xfrm>
              <a:off x="895472" y="3507048"/>
              <a:ext cx="2067729" cy="260482"/>
              <a:chOff x="895472" y="3507048"/>
              <a:chExt cx="2067729" cy="260482"/>
            </a:xfrm>
          </p:grpSpPr>
          <p:sp>
            <p:nvSpPr>
              <p:cNvPr id="245" name="Rectangle 244"/>
              <p:cNvSpPr/>
              <p:nvPr/>
            </p:nvSpPr>
            <p:spPr>
              <a:xfrm>
                <a:off x="895472" y="3507048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46" name="Rectangle 245"/>
              <p:cNvSpPr/>
              <p:nvPr/>
            </p:nvSpPr>
            <p:spPr>
              <a:xfrm>
                <a:off x="1835245" y="3507048"/>
                <a:ext cx="173227" cy="26048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</p:grpSp>
      <p:sp>
        <p:nvSpPr>
          <p:cNvPr id="239" name="TextBox 238"/>
          <p:cNvSpPr txBox="1"/>
          <p:nvPr/>
        </p:nvSpPr>
        <p:spPr>
          <a:xfrm>
            <a:off x="4181452" y="4419241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4181452" y="5530225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30" name="Oval 229"/>
          <p:cNvSpPr/>
          <p:nvPr/>
        </p:nvSpPr>
        <p:spPr>
          <a:xfrm>
            <a:off x="6202274" y="4393718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grpSp>
        <p:nvGrpSpPr>
          <p:cNvPr id="231" name="Group 230"/>
          <p:cNvGrpSpPr/>
          <p:nvPr/>
        </p:nvGrpSpPr>
        <p:grpSpPr>
          <a:xfrm>
            <a:off x="6462775" y="4964466"/>
            <a:ext cx="2067729" cy="681879"/>
            <a:chOff x="895472" y="3085651"/>
            <a:chExt cx="2067729" cy="681879"/>
          </a:xfrm>
        </p:grpSpPr>
        <p:grpSp>
          <p:nvGrpSpPr>
            <p:cNvPr id="232" name="Group 231"/>
            <p:cNvGrpSpPr/>
            <p:nvPr/>
          </p:nvGrpSpPr>
          <p:grpSpPr>
            <a:xfrm>
              <a:off x="895472" y="3085651"/>
              <a:ext cx="2067729" cy="268997"/>
              <a:chOff x="895472" y="3085651"/>
              <a:chExt cx="2067729" cy="268997"/>
            </a:xfrm>
          </p:grpSpPr>
          <p:sp>
            <p:nvSpPr>
              <p:cNvPr id="236" name="Rectangle 235"/>
              <p:cNvSpPr/>
              <p:nvPr/>
            </p:nvSpPr>
            <p:spPr>
              <a:xfrm>
                <a:off x="895472" y="3094166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37" name="Rectangle 236"/>
              <p:cNvSpPr/>
              <p:nvPr/>
            </p:nvSpPr>
            <p:spPr>
              <a:xfrm>
                <a:off x="1835245" y="3085651"/>
                <a:ext cx="173227" cy="26048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  <p:grpSp>
          <p:nvGrpSpPr>
            <p:cNvPr id="233" name="Group 232"/>
            <p:cNvGrpSpPr/>
            <p:nvPr/>
          </p:nvGrpSpPr>
          <p:grpSpPr>
            <a:xfrm>
              <a:off x="895472" y="3507048"/>
              <a:ext cx="2067729" cy="260482"/>
              <a:chOff x="895472" y="3507048"/>
              <a:chExt cx="2067729" cy="260482"/>
            </a:xfrm>
          </p:grpSpPr>
          <p:sp>
            <p:nvSpPr>
              <p:cNvPr id="234" name="Rectangle 233"/>
              <p:cNvSpPr/>
              <p:nvPr/>
            </p:nvSpPr>
            <p:spPr>
              <a:xfrm>
                <a:off x="895472" y="3507048"/>
                <a:ext cx="2067729" cy="26048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>
              <a:xfrm>
                <a:off x="1835245" y="3507048"/>
                <a:ext cx="173227" cy="26048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>
                  <a:latin typeface="Arial"/>
                  <a:cs typeface="Arial"/>
                </a:endParaRPr>
              </a:p>
            </p:txBody>
          </p:sp>
        </p:grpSp>
      </p:grpSp>
      <p:sp>
        <p:nvSpPr>
          <p:cNvPr id="228" name="TextBox 227"/>
          <p:cNvSpPr txBox="1"/>
          <p:nvPr/>
        </p:nvSpPr>
        <p:spPr>
          <a:xfrm>
            <a:off x="7287530" y="4419241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7287530" y="5530225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302" name="Bent Arrow 301"/>
          <p:cNvSpPr/>
          <p:nvPr/>
        </p:nvSpPr>
        <p:spPr>
          <a:xfrm>
            <a:off x="1568471" y="1337010"/>
            <a:ext cx="1209554" cy="663393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3" name="Bent Arrow 302"/>
          <p:cNvSpPr/>
          <p:nvPr/>
        </p:nvSpPr>
        <p:spPr>
          <a:xfrm flipV="1">
            <a:off x="1568471" y="4781398"/>
            <a:ext cx="1209554" cy="663393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8" name="Bent Arrow 307"/>
          <p:cNvSpPr/>
          <p:nvPr/>
        </p:nvSpPr>
        <p:spPr>
          <a:xfrm rot="5400000">
            <a:off x="9419087" y="1109637"/>
            <a:ext cx="603194" cy="1209555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9" name="Bent Arrow 308"/>
          <p:cNvSpPr/>
          <p:nvPr/>
        </p:nvSpPr>
        <p:spPr>
          <a:xfrm rot="16200000" flipV="1">
            <a:off x="9419087" y="4479488"/>
            <a:ext cx="603194" cy="1209555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3" name="Right Arrow 312"/>
          <p:cNvSpPr/>
          <p:nvPr/>
        </p:nvSpPr>
        <p:spPr>
          <a:xfrm>
            <a:off x="5716353" y="1412817"/>
            <a:ext cx="472887" cy="236438"/>
          </a:xfrm>
          <a:prstGeom prst="rightArrow">
            <a:avLst/>
          </a:prstGeom>
          <a:solidFill>
            <a:srgbClr val="BFBFB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sp>
        <p:nvSpPr>
          <p:cNvPr id="314" name="Right Arrow 313"/>
          <p:cNvSpPr/>
          <p:nvPr/>
        </p:nvSpPr>
        <p:spPr>
          <a:xfrm>
            <a:off x="5712224" y="5216302"/>
            <a:ext cx="472887" cy="236438"/>
          </a:xfrm>
          <a:prstGeom prst="rightArrow">
            <a:avLst/>
          </a:prstGeom>
          <a:solidFill>
            <a:srgbClr val="BFBFB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  <p:sp>
        <p:nvSpPr>
          <p:cNvPr id="315" name="Multiply 314"/>
          <p:cNvSpPr/>
          <p:nvPr/>
        </p:nvSpPr>
        <p:spPr>
          <a:xfrm>
            <a:off x="8408887" y="1646554"/>
            <a:ext cx="3478313" cy="3478313"/>
          </a:xfrm>
          <a:prstGeom prst="mathMultiply">
            <a:avLst>
              <a:gd name="adj1" fmla="val 11679"/>
            </a:avLst>
          </a:prstGeom>
          <a:solidFill>
            <a:schemeClr val="accent2">
              <a:lumMod val="75000"/>
              <a:alpha val="61000"/>
            </a:schemeClr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067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Oval 166"/>
          <p:cNvSpPr/>
          <p:nvPr/>
        </p:nvSpPr>
        <p:spPr>
          <a:xfrm>
            <a:off x="8848674" y="2474955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9109175" y="3052050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9109175" y="3464932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9754152" y="3046497"/>
            <a:ext cx="173227" cy="260482"/>
          </a:xfrm>
          <a:prstGeom prst="rect">
            <a:avLst/>
          </a:prstGeom>
          <a:solidFill>
            <a:srgbClr val="632523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9754152" y="3467894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9589004" y="2517984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9622424" y="3628968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10343745" y="3046497"/>
            <a:ext cx="173227" cy="260482"/>
          </a:xfrm>
          <a:prstGeom prst="rect">
            <a:avLst/>
          </a:prstGeom>
          <a:solidFill>
            <a:srgbClr val="77933C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10343745" y="3467894"/>
            <a:ext cx="173227" cy="260482"/>
          </a:xfrm>
          <a:prstGeom prst="rect">
            <a:avLst/>
          </a:prstGeom>
          <a:solidFill>
            <a:srgbClr val="4F6228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0212017" y="2517984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0178597" y="3628968"/>
            <a:ext cx="4810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6231015" y="556193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6491516" y="1133288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6491516" y="1546170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7136493" y="1127735"/>
            <a:ext cx="173227" cy="260482"/>
          </a:xfrm>
          <a:prstGeom prst="rect">
            <a:avLst/>
          </a:prstGeom>
          <a:solidFill>
            <a:srgbClr val="632523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7136493" y="1549132"/>
            <a:ext cx="173227" cy="260482"/>
          </a:xfrm>
          <a:prstGeom prst="rect">
            <a:avLst/>
          </a:prstGeom>
          <a:solidFill>
            <a:srgbClr val="632523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6971345" y="599222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6971345" y="1710206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7726086" y="1127735"/>
            <a:ext cx="173227" cy="260482"/>
          </a:xfrm>
          <a:prstGeom prst="rect">
            <a:avLst/>
          </a:prstGeom>
          <a:solidFill>
            <a:srgbClr val="77933C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726086" y="1549132"/>
            <a:ext cx="173227" cy="26048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594358" y="599222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7594358" y="1710206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210176" y="4393718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6470677" y="4970813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6470677" y="5383695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115654" y="4965260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7115654" y="5386657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983926" y="4436747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983926" y="5547731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705247" y="4965260"/>
            <a:ext cx="173227" cy="260482"/>
          </a:xfrm>
          <a:prstGeom prst="rect">
            <a:avLst/>
          </a:prstGeom>
          <a:solidFill>
            <a:srgbClr val="4F6228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7705247" y="5386657"/>
            <a:ext cx="173227" cy="260482"/>
          </a:xfrm>
          <a:prstGeom prst="rect">
            <a:avLst/>
          </a:prstGeom>
          <a:solidFill>
            <a:srgbClr val="4F6228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7540099" y="4436747"/>
            <a:ext cx="4810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7540099" y="5547731"/>
            <a:ext cx="4810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3095702" y="4393718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3356203" y="4970813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3356203" y="5383695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4001180" y="4965260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4001180" y="5386657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869452" y="4436747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3869452" y="5547731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590773" y="4965260"/>
            <a:ext cx="173227" cy="26048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4590773" y="5386657"/>
            <a:ext cx="173227" cy="26048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425625" y="4436747"/>
            <a:ext cx="4810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459045" y="5547731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3095702" y="665276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356203" y="1242371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3356203" y="1655253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001180" y="1236818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4001180" y="1658215"/>
            <a:ext cx="173227" cy="26048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869452" y="708305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836032" y="1819289"/>
            <a:ext cx="4796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590773" y="1236818"/>
            <a:ext cx="173227" cy="260482"/>
          </a:xfrm>
          <a:prstGeom prst="rect">
            <a:avLst/>
          </a:prstGeom>
          <a:solidFill>
            <a:srgbClr val="77933C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590773" y="1658215"/>
            <a:ext cx="173227" cy="26048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459045" y="708305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459045" y="1819289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302" name="Bent Arrow 301"/>
          <p:cNvSpPr/>
          <p:nvPr/>
        </p:nvSpPr>
        <p:spPr>
          <a:xfrm>
            <a:off x="1568471" y="1337010"/>
            <a:ext cx="1209554" cy="663393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3" name="Bent Arrow 302"/>
          <p:cNvSpPr/>
          <p:nvPr/>
        </p:nvSpPr>
        <p:spPr>
          <a:xfrm flipV="1">
            <a:off x="1568471" y="4781398"/>
            <a:ext cx="1209554" cy="663393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8" name="Bent Arrow 307"/>
          <p:cNvSpPr/>
          <p:nvPr/>
        </p:nvSpPr>
        <p:spPr>
          <a:xfrm rot="5400000">
            <a:off x="9419087" y="1109637"/>
            <a:ext cx="603194" cy="1209555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9" name="Bent Arrow 308"/>
          <p:cNvSpPr/>
          <p:nvPr/>
        </p:nvSpPr>
        <p:spPr>
          <a:xfrm rot="16200000" flipV="1">
            <a:off x="9419087" y="4479488"/>
            <a:ext cx="603194" cy="1209555"/>
          </a:xfrm>
          <a:prstGeom prst="bentArrow">
            <a:avLst/>
          </a:prstGeom>
          <a:solidFill>
            <a:schemeClr val="bg1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3" name="Right Arrow 312"/>
          <p:cNvSpPr/>
          <p:nvPr/>
        </p:nvSpPr>
        <p:spPr>
          <a:xfrm>
            <a:off x="5733063" y="1412817"/>
            <a:ext cx="472887" cy="236438"/>
          </a:xfrm>
          <a:prstGeom prst="rightArrow">
            <a:avLst/>
          </a:prstGeom>
          <a:solidFill>
            <a:srgbClr val="BFBFB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314" name="Right Arrow 313"/>
          <p:cNvSpPr/>
          <p:nvPr/>
        </p:nvSpPr>
        <p:spPr>
          <a:xfrm>
            <a:off x="5728934" y="5216302"/>
            <a:ext cx="472887" cy="236438"/>
          </a:xfrm>
          <a:prstGeom prst="rightArrow">
            <a:avLst/>
          </a:prstGeom>
          <a:solidFill>
            <a:srgbClr val="BFBFB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289" name="Oval 288"/>
          <p:cNvSpPr/>
          <p:nvPr/>
        </p:nvSpPr>
        <p:spPr>
          <a:xfrm>
            <a:off x="449795" y="2474955"/>
            <a:ext cx="2588731" cy="18318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295" name="Rectangle 294"/>
          <p:cNvSpPr/>
          <p:nvPr/>
        </p:nvSpPr>
        <p:spPr>
          <a:xfrm>
            <a:off x="710296" y="3052050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293" name="Rectangle 292"/>
          <p:cNvSpPr/>
          <p:nvPr/>
        </p:nvSpPr>
        <p:spPr>
          <a:xfrm>
            <a:off x="710296" y="3464932"/>
            <a:ext cx="2067729" cy="26048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296" name="Rectangle 295"/>
          <p:cNvSpPr/>
          <p:nvPr/>
        </p:nvSpPr>
        <p:spPr>
          <a:xfrm>
            <a:off x="1355273" y="3046497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294" name="Rectangle 293"/>
          <p:cNvSpPr/>
          <p:nvPr/>
        </p:nvSpPr>
        <p:spPr>
          <a:xfrm>
            <a:off x="1355273" y="3467894"/>
            <a:ext cx="173227" cy="26048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1223545" y="2517984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1223545" y="3628968"/>
            <a:ext cx="41289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a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944866" y="3046497"/>
            <a:ext cx="173227" cy="260482"/>
          </a:xfrm>
          <a:prstGeom prst="rect">
            <a:avLst/>
          </a:prstGeom>
          <a:solidFill>
            <a:srgbClr val="77933C"/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944866" y="3467894"/>
            <a:ext cx="173227" cy="26048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 cmpd="sng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813138" y="2517984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813138" y="3628968"/>
            <a:ext cx="4353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  <a:cs typeface="Arial"/>
              </a:rPr>
              <a:t>b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183" name="Multiply 182"/>
          <p:cNvSpPr/>
          <p:nvPr/>
        </p:nvSpPr>
        <p:spPr>
          <a:xfrm>
            <a:off x="8408887" y="1646554"/>
            <a:ext cx="3478313" cy="3478313"/>
          </a:xfrm>
          <a:prstGeom prst="mathMultiply">
            <a:avLst>
              <a:gd name="adj1" fmla="val 11679"/>
            </a:avLst>
          </a:prstGeom>
          <a:solidFill>
            <a:schemeClr val="accent2">
              <a:lumMod val="75000"/>
              <a:alpha val="61000"/>
            </a:schemeClr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092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36</Words>
  <Application>Microsoft Macintosh PowerPoint</Application>
  <PresentationFormat>Custom</PresentationFormat>
  <Paragraphs>36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Wyatt Clark</dc:creator>
  <cp:lastModifiedBy>Wyatt Clark</cp:lastModifiedBy>
  <cp:revision>18</cp:revision>
  <dcterms:created xsi:type="dcterms:W3CDTF">2013-05-23T14:27:43Z</dcterms:created>
  <dcterms:modified xsi:type="dcterms:W3CDTF">2013-05-23T16:01:35Z</dcterms:modified>
</cp:coreProperties>
</file>